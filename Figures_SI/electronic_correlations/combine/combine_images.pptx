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1652" r:id="rId2"/>
    <p:sldId id="1657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38"/>
    <p:restoredTop sz="94658"/>
  </p:normalViewPr>
  <p:slideViewPr>
    <p:cSldViewPr snapToGrid="0">
      <p:cViewPr varScale="1">
        <p:scale>
          <a:sx n="120" d="100"/>
          <a:sy n="120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92" y="3545117"/>
            <a:ext cx="10841439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104" y="1704975"/>
            <a:ext cx="10841439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20B1590-C678-8C58-E52B-B18894B3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25CB4DB-17C7-3C47-B8FC-CA8DAA57CD16}" type="datetime1">
              <a:rPr lang="da-DK" smtClean="0"/>
              <a:t>26.06.2025</a:t>
            </a:fld>
            <a:endParaRPr lang="en-GB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DDBEE1B-0FAB-7889-72A5-061AD0D7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03C35D72-EC55-2048-3021-46C8BB45CA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38355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92" y="3545117"/>
            <a:ext cx="10841439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104" y="1704975"/>
            <a:ext cx="10841439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2D8C74A-38EC-3840-AB49-1E0C4B490A1A}" type="datetime1">
              <a:rPr lang="da-DK" smtClean="0"/>
              <a:t>26.06.2025</a:t>
            </a:fld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9035397-9F37-0FF7-450F-ADC8DCD898E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01768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031" y="1706400"/>
            <a:ext cx="9313586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51A98B0-BE60-8545-8980-4D728E764AD9}" type="datetime1">
              <a:rPr lang="da-DK" smtClean="0"/>
              <a:t>26.06.2025</a:t>
            </a:fld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0C0EDF8-2CBF-4FF5-56B7-184EC333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60430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1117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957" y="426127"/>
            <a:ext cx="9313586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5032" y="1706399"/>
            <a:ext cx="4410751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870" y="1706399"/>
            <a:ext cx="4409674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DB094-8FAE-C677-71FF-C9574514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85C236E-1C30-674C-B6D0-A0D07779EAB9}" type="datetime1">
              <a:rPr lang="da-DK" smtClean="0"/>
              <a:t>26.06.2025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EBB58-CCF5-8D0B-B0A3-EB326A79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47D44D2-EBA3-A211-09B8-DBF6523C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42576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957" y="426127"/>
            <a:ext cx="6049459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957" y="1706328"/>
            <a:ext cx="6049459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2298" y="849734"/>
            <a:ext cx="3859702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2298" y="3563718"/>
            <a:ext cx="3859702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E9E1F3A7-0396-684C-9353-3AA45095AA71}" type="datetime1">
              <a:rPr lang="da-DK" smtClean="0"/>
              <a:t>26.06.2025</a:t>
            </a:fld>
            <a:endParaRPr lang="en-GB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3CB561F5-56DA-E113-07A9-31399910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41547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>
          <p15:clr>
            <a:srgbClr val="F26B43"/>
          </p15:clr>
        </p15:guide>
        <p15:guide id="2" pos="5247">
          <p15:clr>
            <a:srgbClr val="F26B43"/>
          </p15:clr>
        </p15:guide>
        <p15:guide id="3" pos="1117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909" y="426127"/>
            <a:ext cx="686663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909" y="1706328"/>
            <a:ext cx="6866634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483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483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87452FCF-DB2A-5F45-B650-526B780F2213}" type="datetime1">
              <a:rPr lang="da-DK" smtClean="0"/>
              <a:t>26.06.2025</a:t>
            </a:fld>
            <a:endParaRPr lang="en-GB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AEED2BD-CBC4-E0C7-4ADD-3851AF04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68336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2660">
          <p15:clr>
            <a:srgbClr val="F26B43"/>
          </p15:clr>
        </p15:guide>
        <p15:guide id="3" pos="2335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82" y="980728"/>
            <a:ext cx="3740887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82" y="4407151"/>
            <a:ext cx="3740887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3300" y="979201"/>
            <a:ext cx="3740887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3300" y="4406900"/>
            <a:ext cx="3740888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8917" y="979201"/>
            <a:ext cx="3740887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8917" y="4406900"/>
            <a:ext cx="3740887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82" y="1546282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699" y="1548581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9715" y="1546282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48E6AEDC-D177-4447-9167-1BF6F74D72EE}" type="datetime1">
              <a:rPr lang="da-DK" smtClean="0"/>
              <a:t>26.06.2025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81C81-370B-04F9-300E-B3424D15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79468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9A1051F6-884E-4D46-AD5F-8A730B377BAA}" type="datetime1">
              <a:rPr lang="da-DK" smtClean="0"/>
              <a:t>26.06.2025</a:t>
            </a:fld>
            <a:endParaRPr lang="en-GB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261A0643-A405-FE19-C467-403FA1E66AD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5088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043B6-861B-7701-CEE2-6FF736589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2399B-5184-32B1-0AFF-6181B3E903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E5994F3-19EB-214E-985D-C72A9F0F1D85}" type="datetime1">
              <a:rPr lang="da-DK" smtClean="0"/>
              <a:t>26.06.2025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FB6FF-0335-FEB5-42B3-51F8618FB96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0306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4787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420B1B64-6903-8D45-8D2A-9338C2B7AC44}" type="datetime1">
              <a:rPr lang="da-DK" smtClean="0"/>
              <a:t>26.06.2025</a:t>
            </a:fld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Simiam Ghan | sangh@dtu.dk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1174" y="1651373"/>
            <a:ext cx="2388634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23498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4787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1174" y="1651373"/>
            <a:ext cx="2388634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D05A487E-05B4-B647-BDD8-699F9077B661}" type="datetime1">
              <a:rPr lang="da-DK" smtClean="0"/>
              <a:t>26.06.2025</a:t>
            </a:fld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Simiam Ghan | sangh@dtu.dk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4787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4787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722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C2D-1E52-C849-8333-52FCAA6DEEC6}" type="datetimeFigureOut">
              <a:rPr lang="en-DK" smtClean="0"/>
              <a:t>26/06/2025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C9E5-BCEE-8249-9AAA-FAA79127D49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7563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4787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4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957" y="426127"/>
            <a:ext cx="9313586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957" y="1706328"/>
            <a:ext cx="9313586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958" y="6541200"/>
            <a:ext cx="3397513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96" y="6541200"/>
            <a:ext cx="1104157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81245" y="5892614"/>
            <a:ext cx="5496664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4787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3AAA9B72-71C0-7042-B490-D81E80BA9064}" type="datetime1">
              <a:rPr lang="da-DK" smtClean="0"/>
              <a:t>26.06.2025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90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>
          <p15:clr>
            <a:srgbClr val="F26B43"/>
          </p15:clr>
        </p15:guide>
        <p15:guide id="4" orient="horz" pos="881">
          <p15:clr>
            <a:srgbClr val="F26B43"/>
          </p15:clr>
        </p15:guide>
        <p15:guide id="5" orient="horz" pos="1074">
          <p15:clr>
            <a:srgbClr val="F26B43"/>
          </p15:clr>
        </p15:guide>
        <p15:guide id="6" orient="horz" pos="39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Relationship Id="rId9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1CBCB1-56DD-3402-F24A-A2B4B5A6A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298" y="1713298"/>
            <a:ext cx="2695074" cy="269507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CA5BD-BD53-4F91-58BA-5D0746266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D40D6-83A6-8797-F381-15DCF88114D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C7CCA4-BA71-EC72-D005-D6D6ABA57B83}"/>
              </a:ext>
            </a:extLst>
          </p:cNvPr>
          <p:cNvSpPr txBox="1"/>
          <p:nvPr/>
        </p:nvSpPr>
        <p:spPr>
          <a:xfrm>
            <a:off x="1084729" y="475129"/>
            <a:ext cx="8592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figure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3A182-E8FD-56F0-1A84-269923C11BDF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26.6.2025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7A59219-5D8A-AFF3-56E6-4A4A20403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969" y="1716695"/>
            <a:ext cx="2683482" cy="2683482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FA4B51B-CBBB-097E-7B3B-F253854773B9}"/>
              </a:ext>
            </a:extLst>
          </p:cNvPr>
          <p:cNvCxnSpPr/>
          <p:nvPr/>
        </p:nvCxnSpPr>
        <p:spPr bwMode="auto">
          <a:xfrm>
            <a:off x="-2029331" y="5584716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6232A66-F12A-FE61-F70D-C246BD87CB2E}"/>
              </a:ext>
            </a:extLst>
          </p:cNvPr>
          <p:cNvCxnSpPr/>
          <p:nvPr/>
        </p:nvCxnSpPr>
        <p:spPr bwMode="auto">
          <a:xfrm>
            <a:off x="510557" y="3050791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4B9E1ED-B328-8ECE-81C9-AFD6E7CD7B07}"/>
              </a:ext>
            </a:extLst>
          </p:cNvPr>
          <p:cNvCxnSpPr/>
          <p:nvPr/>
        </p:nvCxnSpPr>
        <p:spPr bwMode="auto">
          <a:xfrm>
            <a:off x="-178626" y="3907926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6D411D1-6B49-8F7A-4185-E32D19C2E5B4}"/>
              </a:ext>
            </a:extLst>
          </p:cNvPr>
          <p:cNvSpPr txBox="1"/>
          <p:nvPr/>
        </p:nvSpPr>
        <p:spPr>
          <a:xfrm>
            <a:off x="2433178" y="478129"/>
            <a:ext cx="250389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100" dirty="0">
                <a:latin typeface="+mn-lt"/>
              </a:rPr>
              <a:t>S</a:t>
            </a:r>
            <a:r>
              <a:rPr lang="en-DK" sz="1100" dirty="0">
                <a:latin typeface="+mn-lt"/>
              </a:rPr>
              <a:t>elect. </a:t>
            </a:r>
            <a:r>
              <a:rPr lang="en-GB" sz="1100" dirty="0">
                <a:latin typeface="+mn-lt"/>
              </a:rPr>
              <a:t>R</a:t>
            </a:r>
            <a:r>
              <a:rPr lang="en-DK" sz="1100" dirty="0">
                <a:latin typeface="+mn-lt"/>
              </a:rPr>
              <a:t>ight click “save as picture” pdf.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30AC49-C240-DACC-8B13-FD2619788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051" y="1707682"/>
            <a:ext cx="2700689" cy="27006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3973CB-904D-D581-9441-AE42BF538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108" y="1718911"/>
            <a:ext cx="2679834" cy="2679834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F88F9DB-76E4-9B3A-EE72-B8C29CD1A939}"/>
              </a:ext>
            </a:extLst>
          </p:cNvPr>
          <p:cNvCxnSpPr/>
          <p:nvPr/>
        </p:nvCxnSpPr>
        <p:spPr bwMode="auto">
          <a:xfrm>
            <a:off x="206802" y="5625827"/>
            <a:ext cx="1042911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2603676-9EBA-012C-101D-EAF1986608D1}"/>
              </a:ext>
            </a:extLst>
          </p:cNvPr>
          <p:cNvSpPr txBox="1"/>
          <p:nvPr/>
        </p:nvSpPr>
        <p:spPr>
          <a:xfrm>
            <a:off x="2149953" y="1851817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888966-189A-AF10-537F-C4B3369E3443}"/>
              </a:ext>
            </a:extLst>
          </p:cNvPr>
          <p:cNvSpPr txBox="1"/>
          <p:nvPr/>
        </p:nvSpPr>
        <p:spPr>
          <a:xfrm>
            <a:off x="4599024" y="1847286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695E01-6D64-B750-3810-945F24B286F6}"/>
              </a:ext>
            </a:extLst>
          </p:cNvPr>
          <p:cNvSpPr txBox="1"/>
          <p:nvPr/>
        </p:nvSpPr>
        <p:spPr>
          <a:xfrm>
            <a:off x="7056464" y="1852371"/>
            <a:ext cx="11702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E935B-8983-7BC5-C056-22F967F374C1}"/>
              </a:ext>
            </a:extLst>
          </p:cNvPr>
          <p:cNvSpPr txBox="1"/>
          <p:nvPr/>
        </p:nvSpPr>
        <p:spPr>
          <a:xfrm>
            <a:off x="9508815" y="1862001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22933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565A-7977-BE43-9EAA-ECEA63B5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41477D0-ADBA-A357-074E-3BD062410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4" r="6443" b="12245"/>
          <a:stretch>
            <a:fillRect/>
          </a:stretch>
        </p:blipFill>
        <p:spPr>
          <a:xfrm>
            <a:off x="3599847" y="1328541"/>
            <a:ext cx="2396689" cy="234831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C0D22D-9F72-300E-69B6-284754684D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FB7BC-5A4A-C211-4C6A-FF72ED1479A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3946B5-A2A4-A0DC-77D2-B124BA32CEAE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26.6.2025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332508C-8914-BC2D-CD7A-DECF4C5C8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48"/>
          <a:stretch>
            <a:fillRect/>
          </a:stretch>
        </p:blipFill>
        <p:spPr>
          <a:xfrm>
            <a:off x="1118907" y="1318288"/>
            <a:ext cx="2480939" cy="268348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6C5F0DF-26E8-29E8-6310-814D35E2A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10" y="3676122"/>
            <a:ext cx="2683482" cy="268348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4AB90C8-B9DD-9228-7112-F963AC52F8E9}"/>
              </a:ext>
            </a:extLst>
          </p:cNvPr>
          <p:cNvSpPr txBox="1"/>
          <p:nvPr/>
        </p:nvSpPr>
        <p:spPr>
          <a:xfrm>
            <a:off x="1307882" y="1490588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a)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9B7B564-4A69-3C23-051C-5542C7DC1F9A}"/>
              </a:ext>
            </a:extLst>
          </p:cNvPr>
          <p:cNvCxnSpPr/>
          <p:nvPr/>
        </p:nvCxnSpPr>
        <p:spPr bwMode="auto">
          <a:xfrm>
            <a:off x="283387" y="2300507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3FFFC1A-FDC8-0AAF-FC30-8B229AFBDC3A}"/>
              </a:ext>
            </a:extLst>
          </p:cNvPr>
          <p:cNvSpPr txBox="1"/>
          <p:nvPr/>
        </p:nvSpPr>
        <p:spPr>
          <a:xfrm>
            <a:off x="4283243" y="308008"/>
            <a:ext cx="250389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100" dirty="0">
                <a:latin typeface="+mn-lt"/>
              </a:rPr>
              <a:t>S</a:t>
            </a:r>
            <a:r>
              <a:rPr lang="en-DK" sz="1100" dirty="0">
                <a:latin typeface="+mn-lt"/>
              </a:rPr>
              <a:t>elect. </a:t>
            </a:r>
            <a:r>
              <a:rPr lang="en-GB" sz="1100" dirty="0">
                <a:latin typeface="+mn-lt"/>
              </a:rPr>
              <a:t>R</a:t>
            </a:r>
            <a:r>
              <a:rPr lang="en-DK" sz="1100" dirty="0">
                <a:latin typeface="+mn-lt"/>
              </a:rPr>
              <a:t>ight click “save as picture” pdf.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CCE5AA-E001-5952-1CDE-7F2C641EC0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291"/>
          <a:stretch>
            <a:fillRect/>
          </a:stretch>
        </p:blipFill>
        <p:spPr>
          <a:xfrm>
            <a:off x="5944399" y="3682463"/>
            <a:ext cx="2448828" cy="267021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992ED030-3538-4E5E-B5BE-60584E3415D6}"/>
              </a:ext>
            </a:extLst>
          </p:cNvPr>
          <p:cNvSpPr txBox="1"/>
          <p:nvPr/>
        </p:nvSpPr>
        <p:spPr>
          <a:xfrm>
            <a:off x="3750252" y="1511164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656B4E-D452-4E1C-91FE-245F0C8B23C1}"/>
              </a:ext>
            </a:extLst>
          </p:cNvPr>
          <p:cNvSpPr txBox="1"/>
          <p:nvPr/>
        </p:nvSpPr>
        <p:spPr>
          <a:xfrm>
            <a:off x="1288837" y="3835181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e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220B0C-0A14-263B-42DC-473EFE6C1F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651" b="11174"/>
          <a:stretch>
            <a:fillRect/>
          </a:stretch>
        </p:blipFill>
        <p:spPr>
          <a:xfrm>
            <a:off x="5954025" y="1324275"/>
            <a:ext cx="2439202" cy="237182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55A6A2A9-C6B5-774E-9719-EECEC2AFEB43}"/>
              </a:ext>
            </a:extLst>
          </p:cNvPr>
          <p:cNvSpPr txBox="1"/>
          <p:nvPr/>
        </p:nvSpPr>
        <p:spPr>
          <a:xfrm>
            <a:off x="6142062" y="1496237"/>
            <a:ext cx="11702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D52692-04F1-F42F-5F15-BDC130C417F0}"/>
              </a:ext>
            </a:extLst>
          </p:cNvPr>
          <p:cNvSpPr txBox="1"/>
          <p:nvPr/>
        </p:nvSpPr>
        <p:spPr>
          <a:xfrm>
            <a:off x="6157616" y="3823952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A2DE84C-BC15-CAFB-712B-FCB68FAADF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87" t="6734" r="6647" b="10350"/>
          <a:stretch>
            <a:fillRect/>
          </a:stretch>
        </p:blipFill>
        <p:spPr>
          <a:xfrm>
            <a:off x="3715350" y="3850105"/>
            <a:ext cx="2290001" cy="22426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53ADAB-595E-766B-EF17-C72E334DF34F}"/>
              </a:ext>
            </a:extLst>
          </p:cNvPr>
          <p:cNvSpPr txBox="1"/>
          <p:nvPr/>
        </p:nvSpPr>
        <p:spPr>
          <a:xfrm>
            <a:off x="3760926" y="3833577"/>
            <a:ext cx="8496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114B075-6843-67A9-232E-F43AA9B28A6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251" t="5577" r="8200" b="12663"/>
          <a:stretch>
            <a:fillRect/>
          </a:stretch>
        </p:blipFill>
        <p:spPr>
          <a:xfrm>
            <a:off x="8431727" y="1472665"/>
            <a:ext cx="2329313" cy="21753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7C4FF51-484B-0737-E7FC-9AF86B4994C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677" t="6301" r="6754" b="12300"/>
          <a:stretch>
            <a:fillRect/>
          </a:stretch>
        </p:blipFill>
        <p:spPr>
          <a:xfrm>
            <a:off x="8566481" y="3859731"/>
            <a:ext cx="2223436" cy="2165684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B8B6FB8-6DE2-BED7-528E-1F91E6C83E49}"/>
              </a:ext>
            </a:extLst>
          </p:cNvPr>
          <p:cNvCxnSpPr/>
          <p:nvPr/>
        </p:nvCxnSpPr>
        <p:spPr bwMode="auto">
          <a:xfrm>
            <a:off x="12074754" y="919074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3A33EBD-0421-6653-3C1F-7F4E48B0CB5C}"/>
              </a:ext>
            </a:extLst>
          </p:cNvPr>
          <p:cNvCxnSpPr/>
          <p:nvPr/>
        </p:nvCxnSpPr>
        <p:spPr bwMode="auto">
          <a:xfrm>
            <a:off x="709061" y="906840"/>
            <a:ext cx="854723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D330EF7-55DE-77DA-9003-8AD76E57D015}"/>
              </a:ext>
            </a:extLst>
          </p:cNvPr>
          <p:cNvCxnSpPr/>
          <p:nvPr/>
        </p:nvCxnSpPr>
        <p:spPr bwMode="auto">
          <a:xfrm>
            <a:off x="13081149" y="1645920"/>
            <a:ext cx="0" cy="4825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4EF3856-111B-31FF-26FB-F978723CC65D}"/>
              </a:ext>
            </a:extLst>
          </p:cNvPr>
          <p:cNvSpPr txBox="1"/>
          <p:nvPr/>
        </p:nvSpPr>
        <p:spPr>
          <a:xfrm>
            <a:off x="8496554" y="1504262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E85D7C-DC56-FCCF-D55B-E7BA0AAAE587}"/>
              </a:ext>
            </a:extLst>
          </p:cNvPr>
          <p:cNvSpPr txBox="1"/>
          <p:nvPr/>
        </p:nvSpPr>
        <p:spPr>
          <a:xfrm>
            <a:off x="8573557" y="3833577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655169-7DCA-904E-A3A6-6354848CF411}"/>
              </a:ext>
            </a:extLst>
          </p:cNvPr>
          <p:cNvSpPr txBox="1"/>
          <p:nvPr/>
        </p:nvSpPr>
        <p:spPr>
          <a:xfrm>
            <a:off x="1084729" y="475129"/>
            <a:ext cx="8592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figure</a:t>
            </a:r>
          </a:p>
        </p:txBody>
      </p:sp>
    </p:spTree>
    <p:extLst>
      <p:ext uri="{BB962C8B-B14F-4D97-AF65-F5344CB8AC3E}">
        <p14:creationId xmlns:p14="http://schemas.microsoft.com/office/powerpoint/2010/main" val="5043780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1_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60</Words>
  <Application>Microsoft Macintosh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Verdana</vt:lpstr>
      <vt:lpstr>1_Blank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Simiam Andreas Ghan</dc:creator>
  <cp:lastModifiedBy>Simiam Andreas Ghan</cp:lastModifiedBy>
  <cp:revision>8</cp:revision>
  <dcterms:created xsi:type="dcterms:W3CDTF">2025-06-26T11:04:15Z</dcterms:created>
  <dcterms:modified xsi:type="dcterms:W3CDTF">2025-06-26T12:41:30Z</dcterms:modified>
</cp:coreProperties>
</file>