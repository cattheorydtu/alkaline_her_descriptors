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1652" r:id="rId2"/>
    <p:sldId id="1658" r:id="rId3"/>
    <p:sldId id="1660" r:id="rId4"/>
    <p:sldId id="1657" r:id="rId5"/>
    <p:sldId id="1659" r:id="rId6"/>
    <p:sldId id="1661" r:id="rId7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15"/>
    <p:restoredTop sz="94627"/>
  </p:normalViewPr>
  <p:slideViewPr>
    <p:cSldViewPr snapToGrid="0">
      <p:cViewPr varScale="1">
        <p:scale>
          <a:sx n="152" d="100"/>
          <a:sy n="152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33" y="252000"/>
            <a:ext cx="419666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800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92" y="3545117"/>
            <a:ext cx="10841439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104" y="1704975"/>
            <a:ext cx="10841439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D20B1590-C678-8C58-E52B-B18894B3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25CB4DB-17C7-3C47-B8FC-CA8DAA57CD16}" type="datetime1">
              <a:rPr lang="da-DK" smtClean="0"/>
              <a:t>30.06.2025</a:t>
            </a:fld>
            <a:endParaRPr lang="en-GB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DDBEE1B-0FAB-7889-72A5-061AD0D74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03C35D72-EC55-2048-3021-46C8BB45CA8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 dirty="0"/>
              <a:t>Simiam Ghan | </a:t>
            </a:r>
            <a:r>
              <a:rPr lang="da-DK" dirty="0" err="1"/>
              <a:t>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38355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6984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92" y="3545117"/>
            <a:ext cx="10841439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104" y="1704975"/>
            <a:ext cx="10841439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E83F-35F3-7C0A-C83E-AFDCA34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2D8C74A-38EC-3840-AB49-1E0C4B490A1A}" type="datetime1">
              <a:rPr lang="da-DK" smtClean="0"/>
              <a:t>30.06.2025</a:t>
            </a:fld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48B-3179-ABFE-F3AA-42761383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59035397-9F37-0FF7-450F-ADC8DCD898E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 dirty="0"/>
              <a:t>Simiam Ghan | </a:t>
            </a:r>
            <a:r>
              <a:rPr lang="da-DK" dirty="0" err="1"/>
              <a:t>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01768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6984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031" y="1706400"/>
            <a:ext cx="9313586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9954EC-B8D9-8075-FC9F-D3764E46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51A98B0-BE60-8545-8980-4D728E764AD9}" type="datetime1">
              <a:rPr lang="da-DK" smtClean="0"/>
              <a:t>30.06.2025</a:t>
            </a:fld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AD440C-0797-9C1A-F3D9-3529DA26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0C0EDF8-2CBF-4FF5-56B7-184EC333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Simiam Ghan | 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60430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>
          <p15:clr>
            <a:srgbClr val="F26B43"/>
          </p15:clr>
        </p15:guide>
        <p15:guide id="2" pos="1117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957" y="426127"/>
            <a:ext cx="9313586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5032" y="1706399"/>
            <a:ext cx="4410751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870" y="1706399"/>
            <a:ext cx="4409674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DB094-8FAE-C677-71FF-C9574514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85C236E-1C30-674C-B6D0-A0D07779EAB9}" type="datetime1">
              <a:rPr lang="da-DK" smtClean="0"/>
              <a:t>30.06.2025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EBB58-CCF5-8D0B-B0A3-EB326A793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Simiam Ghan | sangh@dtu.dk</a:t>
            </a:r>
            <a:endParaRPr lang="da-DK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047D44D2-EBA3-A211-09B8-DBF6523CB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42576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957" y="426127"/>
            <a:ext cx="6049459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957" y="1706328"/>
            <a:ext cx="6049459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2298" y="849734"/>
            <a:ext cx="3859702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2298" y="3563718"/>
            <a:ext cx="3859702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AB93-5959-29D5-C0C8-6B37FCF5F14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/>
          <a:p>
            <a:fld id="{E9E1F3A7-0396-684C-9353-3AA45095AA71}" type="datetime1">
              <a:rPr lang="da-DK" smtClean="0"/>
              <a:t>30.06.2025</a:t>
            </a:fld>
            <a:endParaRPr lang="en-GB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3CB561F5-56DA-E113-07A9-31399910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Simiam Ghan | 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41547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>
          <p15:clr>
            <a:srgbClr val="F26B43"/>
          </p15:clr>
        </p15:guide>
        <p15:guide id="2" pos="5247">
          <p15:clr>
            <a:srgbClr val="F26B43"/>
          </p15:clr>
        </p15:guide>
        <p15:guide id="3" pos="1117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909" y="426127"/>
            <a:ext cx="6866634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909" y="1706328"/>
            <a:ext cx="6866634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483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483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5D79-EFF9-98D6-B066-40CEED6C2E2A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/>
          <a:p>
            <a:fld id="{87452FCF-DB2A-5F45-B650-526B780F2213}" type="datetime1">
              <a:rPr lang="da-DK" smtClean="0"/>
              <a:t>30.06.2025</a:t>
            </a:fld>
            <a:endParaRPr lang="en-GB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EAEED2BD-CBC4-E0C7-4ADD-3851AF04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Simiam Ghan | 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68336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>
          <p15:clr>
            <a:srgbClr val="F26B43"/>
          </p15:clr>
        </p15:guide>
        <p15:guide id="2" pos="2660">
          <p15:clr>
            <a:srgbClr val="F26B43"/>
          </p15:clr>
        </p15:guide>
        <p15:guide id="3" pos="2335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82" y="980728"/>
            <a:ext cx="3740887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82" y="4407151"/>
            <a:ext cx="3740887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3300" y="979201"/>
            <a:ext cx="3740887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3300" y="4406900"/>
            <a:ext cx="3740888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8917" y="979201"/>
            <a:ext cx="3740887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8917" y="4406900"/>
            <a:ext cx="3740887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82" y="1546282"/>
            <a:ext cx="3740887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699" y="1548581"/>
            <a:ext cx="3740887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9715" y="1546282"/>
            <a:ext cx="3740887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BA22-AE55-C68A-132F-A826D0B0C740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/>
          <a:p>
            <a:fld id="{48E6AEDC-D177-4447-9167-1BF6F74D72EE}" type="datetime1">
              <a:rPr lang="da-DK" smtClean="0"/>
              <a:t>30.06.2025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81C81-370B-04F9-300E-B3424D15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/>
              <a:t>Simiam Ghan | 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79468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83DE-20D3-DB32-ED9D-43A02E676CAC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/>
          <a:lstStyle/>
          <a:p>
            <a:fld id="{9A1051F6-884E-4D46-AD5F-8A730B377BAA}" type="datetime1">
              <a:rPr lang="da-DK" smtClean="0"/>
              <a:t>30.06.2025</a:t>
            </a:fld>
            <a:endParaRPr lang="en-GB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261A0643-A405-FE19-C467-403FA1E66AD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 dirty="0"/>
              <a:t>Simiam Ghan | </a:t>
            </a:r>
            <a:r>
              <a:rPr lang="da-DK" dirty="0" err="1"/>
              <a:t>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5088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043B6-861B-7701-CEE2-6FF736589C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2399B-5184-32B1-0AFF-6181B3E9036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E5994F3-19EB-214E-985D-C72A9F0F1D85}" type="datetime1">
              <a:rPr lang="da-DK" smtClean="0"/>
              <a:t>30.06.2025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FB6FF-0335-FEB5-42B3-51F8618FB96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da-DK" dirty="0"/>
              <a:t>Simiam Ghan | </a:t>
            </a:r>
            <a:r>
              <a:rPr lang="da-DK" dirty="0" err="1"/>
              <a:t>sangh@dtu.dk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03060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4787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420B1B64-6903-8D45-8D2A-9338C2B7AC44}" type="datetime1">
              <a:rPr lang="da-DK" smtClean="0"/>
              <a:t>30.06.2025</a:t>
            </a:fld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Simiam Ghan | sangh@dtu.dk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1174" y="1651373"/>
            <a:ext cx="2388634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23498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4787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1174" y="1651373"/>
            <a:ext cx="2388634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800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D05A487E-05B4-B647-BDD8-699F9077B661}" type="datetime1">
              <a:rPr lang="da-DK" smtClean="0"/>
              <a:t>30.06.2025</a:t>
            </a:fld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Simiam Ghan | sangh@dtu.dk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4787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4787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722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DC2D-1E52-C849-8333-52FCAA6DEEC6}" type="datetimeFigureOut">
              <a:rPr lang="en-DK" smtClean="0"/>
              <a:t>30/06/2025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AC9E5-BCEE-8249-9AAA-FAA79127D49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75636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4787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4"/>
            </p:custDataLst>
          </p:nvPr>
        </p:nvSpPr>
        <p:spPr bwMode="auto">
          <a:xfrm>
            <a:off x="252033" y="252000"/>
            <a:ext cx="419666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sz="1800"/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5591528" y="6541200"/>
            <a:ext cx="5497916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a-DK" dirty="0"/>
              <a:t>Simiam Ghan | </a:t>
            </a:r>
            <a:r>
              <a:rPr lang="da-DK" dirty="0" err="1"/>
              <a:t>sangh@dtu.dk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7948" y="6541200"/>
            <a:ext cx="432656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957" y="426127"/>
            <a:ext cx="9313586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957" y="1706328"/>
            <a:ext cx="9313586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 userDrawn="1"/>
        </p:nvSpPr>
        <p:spPr bwMode="auto">
          <a:xfrm>
            <a:off x="1774958" y="6541200"/>
            <a:ext cx="3397513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a-DK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96" y="6541200"/>
            <a:ext cx="1104157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-80" charset="-128"/>
            </a:endParaRPr>
          </a:p>
        </p:txBody>
      </p:sp>
      <p:sp>
        <p:nvSpPr>
          <p:cNvPr id="7" name="text" descr="{&quot;templafy&quot;:{&quot;binding&quot;:&quot;Form.PresentationTitle&quot;,&quot;type&quot;:&quot;text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81245" y="5892614"/>
            <a:ext cx="5496664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da-DK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4787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E9AE0-170F-0C2B-DFF5-DC7F65F4B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33" y="6541200"/>
            <a:ext cx="1105344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3AAA9B72-71C0-7042-B490-D81E80BA9064}" type="datetime1">
              <a:rPr lang="da-DK" smtClean="0"/>
              <a:t>30.06.2025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905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>
          <p15:clr>
            <a:srgbClr val="F26B43"/>
          </p15:clr>
        </p15:guide>
        <p15:guide id="4" orient="horz" pos="881">
          <p15:clr>
            <a:srgbClr val="F26B43"/>
          </p15:clr>
        </p15:guide>
        <p15:guide id="5" orient="horz" pos="1074">
          <p15:clr>
            <a:srgbClr val="F26B43"/>
          </p15:clr>
        </p15:guide>
        <p15:guide id="6" orient="horz" pos="39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Relationship Id="rId9" Type="http://schemas.openxmlformats.org/officeDocument/2006/relationships/image" Target="../media/image1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emf"/><Relationship Id="rId11" Type="http://schemas.openxmlformats.org/officeDocument/2006/relationships/image" Target="../media/image27.emf"/><Relationship Id="rId5" Type="http://schemas.openxmlformats.org/officeDocument/2006/relationships/image" Target="../media/image21.emf"/><Relationship Id="rId10" Type="http://schemas.openxmlformats.org/officeDocument/2006/relationships/image" Target="../media/image26.emf"/><Relationship Id="rId4" Type="http://schemas.openxmlformats.org/officeDocument/2006/relationships/image" Target="../media/image20.emf"/><Relationship Id="rId9" Type="http://schemas.openxmlformats.org/officeDocument/2006/relationships/image" Target="../media/image25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20.emf"/><Relationship Id="rId7" Type="http://schemas.openxmlformats.org/officeDocument/2006/relationships/image" Target="../media/image25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emf"/><Relationship Id="rId11" Type="http://schemas.openxmlformats.org/officeDocument/2006/relationships/image" Target="../media/image27.emf"/><Relationship Id="rId5" Type="http://schemas.openxmlformats.org/officeDocument/2006/relationships/image" Target="../media/image19.emf"/><Relationship Id="rId10" Type="http://schemas.openxmlformats.org/officeDocument/2006/relationships/image" Target="../media/image26.emf"/><Relationship Id="rId4" Type="http://schemas.openxmlformats.org/officeDocument/2006/relationships/image" Target="../media/image22.emf"/><Relationship Id="rId9" Type="http://schemas.openxmlformats.org/officeDocument/2006/relationships/image" Target="../media/image2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1CBCB1-56DD-3402-F24A-A2B4B5A6A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298" y="1713298"/>
            <a:ext cx="2695074" cy="269507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2CA5BD-BD53-4F91-58BA-5D07462665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EA872-A674-449B-A120-B97244F8E91D}" type="slidenum">
              <a:rPr kumimoji="0" lang="en-GB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CD40D6-83A6-8797-F381-15DCF88114D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1051F6-884E-4D46-AD5F-8A730B377BAA}" type="datetime1">
              <a:rPr kumimoji="0" lang="da-DK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30.06.2025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C7CCA4-BA71-EC72-D005-D6D6ABA57B83}"/>
              </a:ext>
            </a:extLst>
          </p:cNvPr>
          <p:cNvSpPr txBox="1"/>
          <p:nvPr/>
        </p:nvSpPr>
        <p:spPr>
          <a:xfrm>
            <a:off x="1084729" y="475129"/>
            <a:ext cx="85921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 figure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23A182-E8FD-56F0-1A84-269923C11BDF}"/>
              </a:ext>
            </a:extLst>
          </p:cNvPr>
          <p:cNvSpPr txBox="1"/>
          <p:nvPr/>
        </p:nvSpPr>
        <p:spPr>
          <a:xfrm>
            <a:off x="10309412" y="358588"/>
            <a:ext cx="102592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26.6.2025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07A59219-5D8A-AFF3-56E6-4A4A20403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3969" y="1716695"/>
            <a:ext cx="2683482" cy="2683482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FA4B51B-CBBB-097E-7B3B-F253854773B9}"/>
              </a:ext>
            </a:extLst>
          </p:cNvPr>
          <p:cNvCxnSpPr/>
          <p:nvPr/>
        </p:nvCxnSpPr>
        <p:spPr bwMode="auto">
          <a:xfrm>
            <a:off x="-2029331" y="5584716"/>
            <a:ext cx="3657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6232A66-F12A-FE61-F70D-C246BD87CB2E}"/>
              </a:ext>
            </a:extLst>
          </p:cNvPr>
          <p:cNvCxnSpPr/>
          <p:nvPr/>
        </p:nvCxnSpPr>
        <p:spPr bwMode="auto">
          <a:xfrm>
            <a:off x="510557" y="3050791"/>
            <a:ext cx="0" cy="30453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4B9E1ED-B328-8ECE-81C9-AFD6E7CD7B07}"/>
              </a:ext>
            </a:extLst>
          </p:cNvPr>
          <p:cNvCxnSpPr/>
          <p:nvPr/>
        </p:nvCxnSpPr>
        <p:spPr bwMode="auto">
          <a:xfrm>
            <a:off x="-178626" y="3907926"/>
            <a:ext cx="0" cy="30453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6D411D1-6B49-8F7A-4185-E32D19C2E5B4}"/>
              </a:ext>
            </a:extLst>
          </p:cNvPr>
          <p:cNvSpPr txBox="1"/>
          <p:nvPr/>
        </p:nvSpPr>
        <p:spPr>
          <a:xfrm>
            <a:off x="2433178" y="478129"/>
            <a:ext cx="250389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GB" sz="1100" dirty="0">
                <a:latin typeface="+mn-lt"/>
              </a:rPr>
              <a:t>S</a:t>
            </a:r>
            <a:r>
              <a:rPr lang="en-DK" sz="1100" dirty="0">
                <a:latin typeface="+mn-lt"/>
              </a:rPr>
              <a:t>elect. </a:t>
            </a:r>
            <a:r>
              <a:rPr lang="en-GB" sz="1100" dirty="0">
                <a:latin typeface="+mn-lt"/>
              </a:rPr>
              <a:t>R</a:t>
            </a:r>
            <a:r>
              <a:rPr lang="en-DK" sz="1100" dirty="0">
                <a:latin typeface="+mn-lt"/>
              </a:rPr>
              <a:t>ight click “save as picture” pdf.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30AC49-C240-DACC-8B13-FD2619788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8051" y="1707682"/>
            <a:ext cx="2700689" cy="27006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3973CB-904D-D581-9441-AE42BF538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8108" y="1718911"/>
            <a:ext cx="2679834" cy="2679834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F88F9DB-76E4-9B3A-EE72-B8C29CD1A939}"/>
              </a:ext>
            </a:extLst>
          </p:cNvPr>
          <p:cNvCxnSpPr/>
          <p:nvPr/>
        </p:nvCxnSpPr>
        <p:spPr bwMode="auto">
          <a:xfrm>
            <a:off x="206802" y="5625827"/>
            <a:ext cx="1042911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2603676-9EBA-012C-101D-EAF1986608D1}"/>
              </a:ext>
            </a:extLst>
          </p:cNvPr>
          <p:cNvSpPr txBox="1"/>
          <p:nvPr/>
        </p:nvSpPr>
        <p:spPr>
          <a:xfrm>
            <a:off x="2149953" y="1851817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B888966-189A-AF10-537F-C4B3369E3443}"/>
              </a:ext>
            </a:extLst>
          </p:cNvPr>
          <p:cNvSpPr txBox="1"/>
          <p:nvPr/>
        </p:nvSpPr>
        <p:spPr>
          <a:xfrm>
            <a:off x="4599024" y="1847286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695E01-6D64-B750-3810-945F24B286F6}"/>
              </a:ext>
            </a:extLst>
          </p:cNvPr>
          <p:cNvSpPr txBox="1"/>
          <p:nvPr/>
        </p:nvSpPr>
        <p:spPr>
          <a:xfrm>
            <a:off x="7056464" y="1852371"/>
            <a:ext cx="11702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AE935B-8983-7BC5-C056-22F967F374C1}"/>
              </a:ext>
            </a:extLst>
          </p:cNvPr>
          <p:cNvSpPr txBox="1"/>
          <p:nvPr/>
        </p:nvSpPr>
        <p:spPr>
          <a:xfrm>
            <a:off x="9508815" y="1862001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5C55C5-31A9-4AEF-6AE6-10A2D9160258}"/>
              </a:ext>
            </a:extLst>
          </p:cNvPr>
          <p:cNvSpPr txBox="1"/>
          <p:nvPr/>
        </p:nvSpPr>
        <p:spPr>
          <a:xfrm>
            <a:off x="6379535" y="893135"/>
            <a:ext cx="2244204" cy="60529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DK" dirty="0">
                <a:latin typeface="+mn-lt"/>
              </a:rPr>
              <a:t>HammerNorskov2000</a:t>
            </a:r>
          </a:p>
          <a:p>
            <a:pPr algn="l">
              <a:spcBef>
                <a:spcPts val="432"/>
              </a:spcBef>
            </a:pPr>
            <a:r>
              <a:rPr lang="en-DK" dirty="0"/>
              <a:t>parameters</a:t>
            </a:r>
            <a:endParaRPr lang="en-DK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9336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7F7DD-92EF-197D-09DE-18CCADCC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0C9FE3-565B-BC7E-042C-C4B2D9D8D5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EA872-A674-449B-A120-B97244F8E91D}" type="slidenum">
              <a:rPr kumimoji="0" lang="en-GB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317679-B714-28E3-EB42-23F03416839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1051F6-884E-4D46-AD5F-8A730B377BAA}" type="datetime1">
              <a:rPr kumimoji="0" lang="da-DK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30.06.2025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D03F25-7EE6-CC59-E8E7-E35A44122203}"/>
              </a:ext>
            </a:extLst>
          </p:cNvPr>
          <p:cNvSpPr txBox="1"/>
          <p:nvPr/>
        </p:nvSpPr>
        <p:spPr>
          <a:xfrm>
            <a:off x="1084729" y="475129"/>
            <a:ext cx="85921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 figure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80C150-527E-AA51-3970-E08F2E83FB71}"/>
              </a:ext>
            </a:extLst>
          </p:cNvPr>
          <p:cNvSpPr txBox="1"/>
          <p:nvPr/>
        </p:nvSpPr>
        <p:spPr>
          <a:xfrm>
            <a:off x="10309412" y="358588"/>
            <a:ext cx="102592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dirty="0">
                <a:solidFill>
                  <a:srgbClr val="000000"/>
                </a:solidFill>
                <a:latin typeface="Arial"/>
              </a:rPr>
              <a:t>30</a:t>
            </a: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.6.2025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DCF24D9-BE63-0AB3-6BDD-D002A6910D7E}"/>
              </a:ext>
            </a:extLst>
          </p:cNvPr>
          <p:cNvCxnSpPr/>
          <p:nvPr/>
        </p:nvCxnSpPr>
        <p:spPr bwMode="auto">
          <a:xfrm>
            <a:off x="-2029331" y="5584716"/>
            <a:ext cx="3657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F8B1953-3DE4-0D66-3E7F-5A485EC03705}"/>
              </a:ext>
            </a:extLst>
          </p:cNvPr>
          <p:cNvCxnSpPr/>
          <p:nvPr/>
        </p:nvCxnSpPr>
        <p:spPr bwMode="auto">
          <a:xfrm>
            <a:off x="510557" y="3050791"/>
            <a:ext cx="0" cy="30453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2710348-BEF3-98A4-16BF-C0276AE0BD7B}"/>
              </a:ext>
            </a:extLst>
          </p:cNvPr>
          <p:cNvCxnSpPr/>
          <p:nvPr/>
        </p:nvCxnSpPr>
        <p:spPr bwMode="auto">
          <a:xfrm>
            <a:off x="-178626" y="3907926"/>
            <a:ext cx="0" cy="30453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5E14FD8-82E2-644F-49BF-C893425254BE}"/>
              </a:ext>
            </a:extLst>
          </p:cNvPr>
          <p:cNvSpPr txBox="1"/>
          <p:nvPr/>
        </p:nvSpPr>
        <p:spPr>
          <a:xfrm>
            <a:off x="2433178" y="478129"/>
            <a:ext cx="250389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GB" sz="1100" dirty="0">
                <a:latin typeface="+mn-lt"/>
              </a:rPr>
              <a:t>S</a:t>
            </a:r>
            <a:r>
              <a:rPr lang="en-DK" sz="1100" dirty="0">
                <a:latin typeface="+mn-lt"/>
              </a:rPr>
              <a:t>elect. </a:t>
            </a:r>
            <a:r>
              <a:rPr lang="en-GB" sz="1100" dirty="0">
                <a:latin typeface="+mn-lt"/>
              </a:rPr>
              <a:t>R</a:t>
            </a:r>
            <a:r>
              <a:rPr lang="en-DK" sz="1100" dirty="0">
                <a:latin typeface="+mn-lt"/>
              </a:rPr>
              <a:t>ight click “save as picture” pdf.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3F0046-3362-09C0-9D4A-89183028042A}"/>
              </a:ext>
            </a:extLst>
          </p:cNvPr>
          <p:cNvSpPr txBox="1"/>
          <p:nvPr/>
        </p:nvSpPr>
        <p:spPr>
          <a:xfrm>
            <a:off x="5847907" y="871870"/>
            <a:ext cx="266746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DK" dirty="0">
                <a:latin typeface="+mn-lt"/>
              </a:rPr>
              <a:t>Vojvodic 2014 parameters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A7E0D6-2F86-E44D-F1B0-0FD4E5A66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34" y="2172554"/>
            <a:ext cx="2286000" cy="228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993D99-02BD-55CE-A2F0-D0CBF7A1F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117" y="2174284"/>
            <a:ext cx="2286000" cy="2286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07CB37F-A7F0-013F-252B-53CE29FA3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818" y="2172573"/>
            <a:ext cx="2286000" cy="2286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FA8AD6A-E18E-76AF-6209-660593B84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2707" y="2176944"/>
            <a:ext cx="2286000" cy="2286000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40C3D8DE-1A4B-4CE2-71FB-F5AB8D7E3E79}"/>
              </a:ext>
            </a:extLst>
          </p:cNvPr>
          <p:cNvSpPr txBox="1"/>
          <p:nvPr/>
        </p:nvSpPr>
        <p:spPr>
          <a:xfrm>
            <a:off x="1185219" y="2120265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7296FF5-E0D8-FDD5-4378-1CA00E7B5559}"/>
              </a:ext>
            </a:extLst>
          </p:cNvPr>
          <p:cNvSpPr txBox="1"/>
          <p:nvPr/>
        </p:nvSpPr>
        <p:spPr>
          <a:xfrm>
            <a:off x="3248396" y="2124123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19BACC9-997E-69F4-8F01-7C2BFD457D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1566" y="2171968"/>
            <a:ext cx="2286000" cy="2286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DDBA066-FC51-8955-C0CA-B1937E0C3A6B}"/>
              </a:ext>
            </a:extLst>
          </p:cNvPr>
          <p:cNvSpPr txBox="1"/>
          <p:nvPr/>
        </p:nvSpPr>
        <p:spPr>
          <a:xfrm>
            <a:off x="5210794" y="2120816"/>
            <a:ext cx="11702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E841A6-EF95-3A9C-70A1-B5986FF786C2}"/>
              </a:ext>
            </a:extLst>
          </p:cNvPr>
          <p:cNvSpPr txBox="1"/>
          <p:nvPr/>
        </p:nvSpPr>
        <p:spPr>
          <a:xfrm>
            <a:off x="7229404" y="2119814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00D696-A3B0-62AC-166A-1885045DD661}"/>
              </a:ext>
            </a:extLst>
          </p:cNvPr>
          <p:cNvSpPr txBox="1"/>
          <p:nvPr/>
        </p:nvSpPr>
        <p:spPr>
          <a:xfrm>
            <a:off x="9481735" y="2123358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sz="1100" dirty="0">
                <a:solidFill>
                  <a:srgbClr val="000000"/>
                </a:solidFill>
                <a:latin typeface="Arial"/>
              </a:rPr>
              <a:t>e</a:t>
            </a: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8EBE610-7971-6B74-4582-6174E72867B9}"/>
              </a:ext>
            </a:extLst>
          </p:cNvPr>
          <p:cNvCxnSpPr/>
          <p:nvPr/>
        </p:nvCxnSpPr>
        <p:spPr bwMode="auto">
          <a:xfrm>
            <a:off x="797836" y="1441867"/>
            <a:ext cx="1042911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10194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8244E16-200E-C227-CDC3-92278C854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EDA216-9106-20B8-796F-C5B413D119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EA872-A674-449B-A120-B97244F8E91D}" type="slidenum">
              <a:rPr kumimoji="0" lang="en-GB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09FD78-5870-BEB7-AD50-EA50F05BF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1051F6-884E-4D46-AD5F-8A730B377BAA}" type="datetime1">
              <a:rPr kumimoji="0" lang="da-DK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30.06.2025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4400C1-0E90-A046-95CD-02B05DFBA3C4}"/>
              </a:ext>
            </a:extLst>
          </p:cNvPr>
          <p:cNvSpPr txBox="1"/>
          <p:nvPr/>
        </p:nvSpPr>
        <p:spPr>
          <a:xfrm>
            <a:off x="1084729" y="475129"/>
            <a:ext cx="85921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 figure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DDF914-CCF7-AC46-4837-31DCA8D2F32E}"/>
              </a:ext>
            </a:extLst>
          </p:cNvPr>
          <p:cNvSpPr txBox="1"/>
          <p:nvPr/>
        </p:nvSpPr>
        <p:spPr>
          <a:xfrm>
            <a:off x="10309412" y="358588"/>
            <a:ext cx="102592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dirty="0">
                <a:solidFill>
                  <a:srgbClr val="000000"/>
                </a:solidFill>
                <a:latin typeface="Arial"/>
              </a:rPr>
              <a:t>30</a:t>
            </a: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.6.2025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A6B9256-B693-A620-B1D1-1D581E892A04}"/>
              </a:ext>
            </a:extLst>
          </p:cNvPr>
          <p:cNvCxnSpPr/>
          <p:nvPr/>
        </p:nvCxnSpPr>
        <p:spPr bwMode="auto">
          <a:xfrm>
            <a:off x="-2029331" y="5584716"/>
            <a:ext cx="3657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D45F48A-F88E-BFBB-FF14-FD66AE9EB861}"/>
              </a:ext>
            </a:extLst>
          </p:cNvPr>
          <p:cNvCxnSpPr/>
          <p:nvPr/>
        </p:nvCxnSpPr>
        <p:spPr bwMode="auto">
          <a:xfrm>
            <a:off x="510557" y="3050791"/>
            <a:ext cx="0" cy="30453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F136403-C894-8DC8-CC54-DCB3E6933226}"/>
              </a:ext>
            </a:extLst>
          </p:cNvPr>
          <p:cNvCxnSpPr/>
          <p:nvPr/>
        </p:nvCxnSpPr>
        <p:spPr bwMode="auto">
          <a:xfrm>
            <a:off x="-178626" y="3907926"/>
            <a:ext cx="0" cy="30453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A4EFA4E-1E45-B3BA-AA66-7041EC5967AF}"/>
              </a:ext>
            </a:extLst>
          </p:cNvPr>
          <p:cNvSpPr txBox="1"/>
          <p:nvPr/>
        </p:nvSpPr>
        <p:spPr>
          <a:xfrm>
            <a:off x="-142242" y="1543530"/>
            <a:ext cx="250389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GB" sz="1100" dirty="0">
                <a:latin typeface="+mn-lt"/>
              </a:rPr>
              <a:t>S</a:t>
            </a:r>
            <a:r>
              <a:rPr lang="en-DK" sz="1100" dirty="0">
                <a:latin typeface="+mn-lt"/>
              </a:rPr>
              <a:t>elect. </a:t>
            </a:r>
            <a:r>
              <a:rPr lang="en-GB" sz="1100" dirty="0">
                <a:latin typeface="+mn-lt"/>
              </a:rPr>
              <a:t>R</a:t>
            </a:r>
            <a:r>
              <a:rPr lang="en-DK" sz="1100" dirty="0">
                <a:latin typeface="+mn-lt"/>
              </a:rPr>
              <a:t>ight click “save as picture” pdf.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E8F768-A0A7-4EEB-27F8-249B0CFB641C}"/>
              </a:ext>
            </a:extLst>
          </p:cNvPr>
          <p:cNvSpPr txBox="1"/>
          <p:nvPr/>
        </p:nvSpPr>
        <p:spPr>
          <a:xfrm>
            <a:off x="67893" y="1039650"/>
            <a:ext cx="266746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DK" dirty="0">
                <a:latin typeface="+mn-lt"/>
              </a:rPr>
              <a:t>Vojvodic 2014 parameters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BCFEBC-0BAD-FAF4-34A9-29083296A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323" y="524117"/>
            <a:ext cx="1677798" cy="1677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7A59D7-68E0-D2FD-F761-D6A6F044E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610" y="509069"/>
            <a:ext cx="1677798" cy="16777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8AFDC2-0DC3-68FB-D41B-19C4E831E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491" y="2126432"/>
            <a:ext cx="1677798" cy="167779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481D061-A8D3-E8E3-2960-3DB5ED81D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783" y="3672282"/>
            <a:ext cx="1677798" cy="1677798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7AF44A9F-5CE8-1E5F-659D-C713D37EC247}"/>
              </a:ext>
            </a:extLst>
          </p:cNvPr>
          <p:cNvSpPr txBox="1"/>
          <p:nvPr/>
        </p:nvSpPr>
        <p:spPr>
          <a:xfrm>
            <a:off x="1185219" y="56571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A4A0D7C-5496-8EA5-537D-5CD76AD6D8CB}"/>
              </a:ext>
            </a:extLst>
          </p:cNvPr>
          <p:cNvSpPr txBox="1"/>
          <p:nvPr/>
        </p:nvSpPr>
        <p:spPr>
          <a:xfrm>
            <a:off x="3248396" y="60429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424A57-8673-C8D4-BD09-8D9A4B21810D}"/>
              </a:ext>
            </a:extLst>
          </p:cNvPr>
          <p:cNvSpPr txBox="1"/>
          <p:nvPr/>
        </p:nvSpPr>
        <p:spPr>
          <a:xfrm>
            <a:off x="5370276" y="57125"/>
            <a:ext cx="11702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0A7C9E-F094-9AA3-7563-70631FFB83B2}"/>
              </a:ext>
            </a:extLst>
          </p:cNvPr>
          <p:cNvSpPr txBox="1"/>
          <p:nvPr/>
        </p:nvSpPr>
        <p:spPr>
          <a:xfrm>
            <a:off x="7436733" y="66755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d)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9DC279F-0760-FCE4-1725-40725DFF4D36}"/>
              </a:ext>
            </a:extLst>
          </p:cNvPr>
          <p:cNvCxnSpPr/>
          <p:nvPr/>
        </p:nvCxnSpPr>
        <p:spPr bwMode="auto">
          <a:xfrm>
            <a:off x="-388816" y="6590561"/>
            <a:ext cx="1042911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93C27C19-8DBA-409B-3305-524A56C058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9226" y="2105636"/>
            <a:ext cx="1677798" cy="16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227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534565A-7977-BE43-9EAA-ECEA63B5F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41477D0-ADBA-A357-074E-3BD062410C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94" r="6443" b="12245"/>
          <a:stretch>
            <a:fillRect/>
          </a:stretch>
        </p:blipFill>
        <p:spPr>
          <a:xfrm>
            <a:off x="3599847" y="1328541"/>
            <a:ext cx="2396689" cy="234831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C0D22D-9F72-300E-69B6-284754684D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EA872-A674-449B-A120-B97244F8E91D}" type="slidenum">
              <a:rPr kumimoji="0" lang="en-GB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6FB7BC-5A4A-C211-4C6A-FF72ED1479A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1051F6-884E-4D46-AD5F-8A730B377BAA}" type="datetime1">
              <a:rPr kumimoji="0" lang="da-DK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30.06.2025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3946B5-A2A4-A0DC-77D2-B124BA32CEAE}"/>
              </a:ext>
            </a:extLst>
          </p:cNvPr>
          <p:cNvSpPr txBox="1"/>
          <p:nvPr/>
        </p:nvSpPr>
        <p:spPr>
          <a:xfrm>
            <a:off x="10309412" y="358588"/>
            <a:ext cx="102592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26.6.2025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7332508C-8914-BC2D-CD7A-DECF4C5C8E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48"/>
          <a:stretch>
            <a:fillRect/>
          </a:stretch>
        </p:blipFill>
        <p:spPr>
          <a:xfrm>
            <a:off x="1118907" y="1318288"/>
            <a:ext cx="2480939" cy="268348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B6C5F0DF-26E8-29E8-6310-814D35E2A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10" y="3676122"/>
            <a:ext cx="2683482" cy="2683482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24AB90C8-B9DD-9228-7112-F963AC52F8E9}"/>
              </a:ext>
            </a:extLst>
          </p:cNvPr>
          <p:cNvSpPr txBox="1"/>
          <p:nvPr/>
        </p:nvSpPr>
        <p:spPr>
          <a:xfrm>
            <a:off x="1307882" y="1490588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a)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9B7B564-4A69-3C23-051C-5542C7DC1F9A}"/>
              </a:ext>
            </a:extLst>
          </p:cNvPr>
          <p:cNvCxnSpPr/>
          <p:nvPr/>
        </p:nvCxnSpPr>
        <p:spPr bwMode="auto">
          <a:xfrm>
            <a:off x="283387" y="2300507"/>
            <a:ext cx="0" cy="30453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3FFFC1A-FDC8-0AAF-FC30-8B229AFBDC3A}"/>
              </a:ext>
            </a:extLst>
          </p:cNvPr>
          <p:cNvSpPr txBox="1"/>
          <p:nvPr/>
        </p:nvSpPr>
        <p:spPr>
          <a:xfrm>
            <a:off x="4283243" y="308008"/>
            <a:ext cx="250389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GB" sz="1100" dirty="0">
                <a:latin typeface="+mn-lt"/>
              </a:rPr>
              <a:t>S</a:t>
            </a:r>
            <a:r>
              <a:rPr lang="en-DK" sz="1100" dirty="0">
                <a:latin typeface="+mn-lt"/>
              </a:rPr>
              <a:t>elect. </a:t>
            </a:r>
            <a:r>
              <a:rPr lang="en-GB" sz="1100" dirty="0">
                <a:latin typeface="+mn-lt"/>
              </a:rPr>
              <a:t>R</a:t>
            </a:r>
            <a:r>
              <a:rPr lang="en-DK" sz="1100" dirty="0">
                <a:latin typeface="+mn-lt"/>
              </a:rPr>
              <a:t>ight click “save as picture” pdf.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CCE5AA-E001-5952-1CDE-7F2C641EC0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291"/>
          <a:stretch>
            <a:fillRect/>
          </a:stretch>
        </p:blipFill>
        <p:spPr>
          <a:xfrm>
            <a:off x="5944399" y="3682463"/>
            <a:ext cx="2448828" cy="267021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992ED030-3538-4E5E-B5BE-60584E3415D6}"/>
              </a:ext>
            </a:extLst>
          </p:cNvPr>
          <p:cNvSpPr txBox="1"/>
          <p:nvPr/>
        </p:nvSpPr>
        <p:spPr>
          <a:xfrm>
            <a:off x="3750252" y="1511164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656B4E-D452-4E1C-91FE-245F0C8B23C1}"/>
              </a:ext>
            </a:extLst>
          </p:cNvPr>
          <p:cNvSpPr txBox="1"/>
          <p:nvPr/>
        </p:nvSpPr>
        <p:spPr>
          <a:xfrm>
            <a:off x="1288837" y="3835181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sz="1100" dirty="0">
                <a:solidFill>
                  <a:srgbClr val="000000"/>
                </a:solidFill>
                <a:latin typeface="Arial"/>
              </a:rPr>
              <a:t>e</a:t>
            </a: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220B0C-0A14-263B-42DC-473EFE6C1FB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651" b="11174"/>
          <a:stretch>
            <a:fillRect/>
          </a:stretch>
        </p:blipFill>
        <p:spPr>
          <a:xfrm>
            <a:off x="5954025" y="1324275"/>
            <a:ext cx="2439202" cy="2371827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55A6A2A9-C6B5-774E-9719-EECEC2AFEB43}"/>
              </a:ext>
            </a:extLst>
          </p:cNvPr>
          <p:cNvSpPr txBox="1"/>
          <p:nvPr/>
        </p:nvSpPr>
        <p:spPr>
          <a:xfrm>
            <a:off x="6142062" y="1496237"/>
            <a:ext cx="11702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D52692-04F1-F42F-5F15-BDC130C417F0}"/>
              </a:ext>
            </a:extLst>
          </p:cNvPr>
          <p:cNvSpPr txBox="1"/>
          <p:nvPr/>
        </p:nvSpPr>
        <p:spPr>
          <a:xfrm>
            <a:off x="6157616" y="3823952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A2DE84C-BC15-CAFB-712B-FCB68FAADFE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87" t="6734" r="6647" b="10350"/>
          <a:stretch>
            <a:fillRect/>
          </a:stretch>
        </p:blipFill>
        <p:spPr>
          <a:xfrm>
            <a:off x="3715350" y="3850105"/>
            <a:ext cx="2290001" cy="224268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53ADAB-595E-766B-EF17-C72E334DF34F}"/>
              </a:ext>
            </a:extLst>
          </p:cNvPr>
          <p:cNvSpPr txBox="1"/>
          <p:nvPr/>
        </p:nvSpPr>
        <p:spPr>
          <a:xfrm>
            <a:off x="3760926" y="3833577"/>
            <a:ext cx="8496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114B075-6843-67A9-232E-F43AA9B28A6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251" t="5577" r="8200" b="12663"/>
          <a:stretch>
            <a:fillRect/>
          </a:stretch>
        </p:blipFill>
        <p:spPr>
          <a:xfrm>
            <a:off x="8431727" y="1472665"/>
            <a:ext cx="2329313" cy="217530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7C4FF51-484B-0737-E7FC-9AF86B4994C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677" t="6301" r="6754" b="12300"/>
          <a:stretch>
            <a:fillRect/>
          </a:stretch>
        </p:blipFill>
        <p:spPr>
          <a:xfrm>
            <a:off x="8566481" y="3859731"/>
            <a:ext cx="2223436" cy="2165684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B8B6FB8-6DE2-BED7-528E-1F91E6C83E49}"/>
              </a:ext>
            </a:extLst>
          </p:cNvPr>
          <p:cNvCxnSpPr/>
          <p:nvPr/>
        </p:nvCxnSpPr>
        <p:spPr bwMode="auto">
          <a:xfrm>
            <a:off x="12074754" y="919074"/>
            <a:ext cx="3657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3A33EBD-0421-6653-3C1F-7F4E48B0CB5C}"/>
              </a:ext>
            </a:extLst>
          </p:cNvPr>
          <p:cNvCxnSpPr/>
          <p:nvPr/>
        </p:nvCxnSpPr>
        <p:spPr bwMode="auto">
          <a:xfrm>
            <a:off x="709061" y="906840"/>
            <a:ext cx="854723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D330EF7-55DE-77DA-9003-8AD76E57D015}"/>
              </a:ext>
            </a:extLst>
          </p:cNvPr>
          <p:cNvCxnSpPr/>
          <p:nvPr/>
        </p:nvCxnSpPr>
        <p:spPr bwMode="auto">
          <a:xfrm>
            <a:off x="13081149" y="1645920"/>
            <a:ext cx="0" cy="4825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4EF3856-111B-31FF-26FB-F978723CC65D}"/>
              </a:ext>
            </a:extLst>
          </p:cNvPr>
          <p:cNvSpPr txBox="1"/>
          <p:nvPr/>
        </p:nvSpPr>
        <p:spPr>
          <a:xfrm>
            <a:off x="8496554" y="1504262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E85D7C-DC56-FCCF-D55B-E7BA0AAAE587}"/>
              </a:ext>
            </a:extLst>
          </p:cNvPr>
          <p:cNvSpPr txBox="1"/>
          <p:nvPr/>
        </p:nvSpPr>
        <p:spPr>
          <a:xfrm>
            <a:off x="8573557" y="3833577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sz="1100" dirty="0">
                <a:solidFill>
                  <a:srgbClr val="000000"/>
                </a:solidFill>
                <a:latin typeface="Arial"/>
              </a:rPr>
              <a:t>h</a:t>
            </a: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655169-7DCA-904E-A3A6-6354848CF411}"/>
              </a:ext>
            </a:extLst>
          </p:cNvPr>
          <p:cNvSpPr txBox="1"/>
          <p:nvPr/>
        </p:nvSpPr>
        <p:spPr>
          <a:xfrm>
            <a:off x="1084729" y="475129"/>
            <a:ext cx="85921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 figure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A5246B-234C-661F-139D-8EC6916B08A3}"/>
              </a:ext>
            </a:extLst>
          </p:cNvPr>
          <p:cNvSpPr txBox="1"/>
          <p:nvPr/>
        </p:nvSpPr>
        <p:spPr>
          <a:xfrm>
            <a:off x="6687880" y="563526"/>
            <a:ext cx="2244204" cy="60529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DK" dirty="0">
                <a:latin typeface="+mn-lt"/>
              </a:rPr>
              <a:t>HammerNorskov2000</a:t>
            </a:r>
          </a:p>
          <a:p>
            <a:pPr algn="l">
              <a:spcBef>
                <a:spcPts val="432"/>
              </a:spcBef>
            </a:pPr>
            <a:r>
              <a:rPr lang="en-DK" dirty="0"/>
              <a:t>parameters</a:t>
            </a:r>
            <a:endParaRPr lang="en-DK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4378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5AC39-5FEF-CCC7-296F-E8FC471E1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E5D306-0F5E-1B91-B91B-D1E256D40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65" y="1743154"/>
            <a:ext cx="2286000" cy="2286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5B4443-7D35-F99C-1540-1C4B2421BA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EA872-A674-449B-A120-B97244F8E91D}" type="slidenum">
              <a:rPr kumimoji="0" lang="en-GB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9F119C-CA3B-8608-82A3-54E96E651A7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1051F6-884E-4D46-AD5F-8A730B377BAA}" type="datetime1">
              <a:rPr kumimoji="0" lang="da-DK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30.06.2025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E27A0-D661-1AA9-2532-281AF16F9C14}"/>
              </a:ext>
            </a:extLst>
          </p:cNvPr>
          <p:cNvSpPr txBox="1"/>
          <p:nvPr/>
        </p:nvSpPr>
        <p:spPr>
          <a:xfrm>
            <a:off x="10309412" y="358588"/>
            <a:ext cx="102592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30.6.2025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BA3844-BE8C-5AE8-5378-610BD3D41057}"/>
              </a:ext>
            </a:extLst>
          </p:cNvPr>
          <p:cNvSpPr txBox="1"/>
          <p:nvPr/>
        </p:nvSpPr>
        <p:spPr>
          <a:xfrm>
            <a:off x="1274326" y="1649979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AFBE6-AEEC-730A-10B0-1C657C3E43CB}"/>
              </a:ext>
            </a:extLst>
          </p:cNvPr>
          <p:cNvSpPr txBox="1"/>
          <p:nvPr/>
        </p:nvSpPr>
        <p:spPr>
          <a:xfrm>
            <a:off x="4283243" y="308008"/>
            <a:ext cx="250389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GB" sz="1100" dirty="0">
                <a:latin typeface="+mn-lt"/>
              </a:rPr>
              <a:t>S</a:t>
            </a:r>
            <a:r>
              <a:rPr lang="en-DK" sz="1100" dirty="0">
                <a:latin typeface="+mn-lt"/>
              </a:rPr>
              <a:t>elect. </a:t>
            </a:r>
            <a:r>
              <a:rPr lang="en-GB" sz="1100" dirty="0">
                <a:latin typeface="+mn-lt"/>
              </a:rPr>
              <a:t>R</a:t>
            </a:r>
            <a:r>
              <a:rPr lang="en-DK" sz="1100" dirty="0">
                <a:latin typeface="+mn-lt"/>
              </a:rPr>
              <a:t>ight click “save as picture” pdf.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E9B3CC-F19C-1CB3-33E2-183333DE650F}"/>
              </a:ext>
            </a:extLst>
          </p:cNvPr>
          <p:cNvSpPr txBox="1"/>
          <p:nvPr/>
        </p:nvSpPr>
        <p:spPr>
          <a:xfrm>
            <a:off x="1084729" y="475129"/>
            <a:ext cx="85921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 figure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1DFC1A8-9DC4-4AE7-A7D2-F4F3F42BF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635" y="3928675"/>
            <a:ext cx="2286000" cy="22860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066ED5DF-F98A-101E-9F10-D316644F8BF0}"/>
              </a:ext>
            </a:extLst>
          </p:cNvPr>
          <p:cNvSpPr txBox="1"/>
          <p:nvPr/>
        </p:nvSpPr>
        <p:spPr>
          <a:xfrm>
            <a:off x="1272059" y="3910683"/>
            <a:ext cx="8496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6612CF-EE64-84A8-49E3-737EB0AF78FF}"/>
              </a:ext>
            </a:extLst>
          </p:cNvPr>
          <p:cNvSpPr txBox="1"/>
          <p:nvPr/>
        </p:nvSpPr>
        <p:spPr>
          <a:xfrm>
            <a:off x="6678417" y="519532"/>
            <a:ext cx="266746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DK" dirty="0">
                <a:latin typeface="+mn-lt"/>
              </a:rPr>
              <a:t>Vojvodic 2014 parameters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0817FA-B055-8D75-F3B3-D64A26D31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333" y="1750541"/>
            <a:ext cx="2286000" cy="22860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BB3652AD-0761-211A-9CAB-D4E3AFBA8E1C}"/>
              </a:ext>
            </a:extLst>
          </p:cNvPr>
          <p:cNvSpPr txBox="1"/>
          <p:nvPr/>
        </p:nvSpPr>
        <p:spPr>
          <a:xfrm>
            <a:off x="3355969" y="1653777"/>
            <a:ext cx="1250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D14EEFE-5E08-8543-52A1-FC4613CB25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103" y="3936062"/>
            <a:ext cx="2286000" cy="2286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B37457-4DF9-00F3-F8E2-343EBBB238FD}"/>
              </a:ext>
            </a:extLst>
          </p:cNvPr>
          <p:cNvSpPr txBox="1"/>
          <p:nvPr/>
        </p:nvSpPr>
        <p:spPr>
          <a:xfrm>
            <a:off x="3360124" y="3909079"/>
            <a:ext cx="125035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sz="1100" dirty="0">
                <a:solidFill>
                  <a:srgbClr val="000000"/>
                </a:solidFill>
                <a:latin typeface="Arial"/>
              </a:rPr>
              <a:t>g</a:t>
            </a: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772D018-7287-A84E-80DD-14C7656540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1191" y="1772613"/>
            <a:ext cx="2286000" cy="2286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7D4CCB-9DB0-DAFC-2AF8-C2BD02C154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067" y="1756928"/>
            <a:ext cx="2286000" cy="2286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C6FB3CE-D169-DCE4-9D15-AFDCD00478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0464" y="1757493"/>
            <a:ext cx="2286000" cy="2286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43C1501-5A64-79A6-929E-949CE7A00A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2818" y="3977915"/>
            <a:ext cx="2286000" cy="2286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24CF153-E933-5546-76EE-688A89BA878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6059" y="3934059"/>
            <a:ext cx="2286000" cy="2286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9AC53A5-56B7-7B72-0BAB-7A9390DADD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81074" y="3937630"/>
            <a:ext cx="2286000" cy="22860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21B5C921-B7C1-6263-93E2-59EA68215531}"/>
              </a:ext>
            </a:extLst>
          </p:cNvPr>
          <p:cNvSpPr txBox="1"/>
          <p:nvPr/>
        </p:nvSpPr>
        <p:spPr>
          <a:xfrm>
            <a:off x="5431984" y="1659226"/>
            <a:ext cx="11702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D4A0BC-DB78-1B95-BFBB-A751B2E16ED0}"/>
              </a:ext>
            </a:extLst>
          </p:cNvPr>
          <p:cNvSpPr txBox="1"/>
          <p:nvPr/>
        </p:nvSpPr>
        <p:spPr>
          <a:xfrm>
            <a:off x="5427583" y="3909204"/>
            <a:ext cx="125035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sz="1100" dirty="0">
                <a:solidFill>
                  <a:srgbClr val="000000"/>
                </a:solidFill>
                <a:latin typeface="Arial"/>
              </a:rPr>
              <a:t>h</a:t>
            </a: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2E0F94E-1A2D-30A3-E40B-142A6654314D}"/>
              </a:ext>
            </a:extLst>
          </p:cNvPr>
          <p:cNvSpPr txBox="1"/>
          <p:nvPr/>
        </p:nvSpPr>
        <p:spPr>
          <a:xfrm>
            <a:off x="7502134" y="1664017"/>
            <a:ext cx="125035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sz="1100" dirty="0">
                <a:solidFill>
                  <a:srgbClr val="000000"/>
                </a:solidFill>
                <a:latin typeface="Arial"/>
              </a:rPr>
              <a:t>d</a:t>
            </a: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E464F2-9237-3CF1-F1D5-909A057E5BDC}"/>
              </a:ext>
            </a:extLst>
          </p:cNvPr>
          <p:cNvSpPr txBox="1"/>
          <p:nvPr/>
        </p:nvSpPr>
        <p:spPr>
          <a:xfrm>
            <a:off x="7555411" y="3915402"/>
            <a:ext cx="78548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7D272A-BE32-F9D1-2952-D2203DD61187}"/>
              </a:ext>
            </a:extLst>
          </p:cNvPr>
          <p:cNvSpPr txBox="1"/>
          <p:nvPr/>
        </p:nvSpPr>
        <p:spPr>
          <a:xfrm>
            <a:off x="9661642" y="1655264"/>
            <a:ext cx="125035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sz="1100" dirty="0">
                <a:solidFill>
                  <a:srgbClr val="000000"/>
                </a:solidFill>
                <a:latin typeface="Arial"/>
              </a:rPr>
              <a:t>e</a:t>
            </a: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632764-D8EE-FCF9-ABED-9ED3E0BBD65B}"/>
              </a:ext>
            </a:extLst>
          </p:cNvPr>
          <p:cNvSpPr txBox="1"/>
          <p:nvPr/>
        </p:nvSpPr>
        <p:spPr>
          <a:xfrm>
            <a:off x="9751576" y="3909079"/>
            <a:ext cx="78548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sz="1100" dirty="0">
                <a:solidFill>
                  <a:srgbClr val="000000"/>
                </a:solidFill>
                <a:latin typeface="Arial"/>
              </a:rPr>
              <a:t>j</a:t>
            </a:r>
            <a:r>
              <a:rPr kumimoji="0" lang="en-DK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721840A-ED52-716F-B7B9-A21D9706E046}"/>
              </a:ext>
            </a:extLst>
          </p:cNvPr>
          <p:cNvCxnSpPr/>
          <p:nvPr/>
        </p:nvCxnSpPr>
        <p:spPr bwMode="auto">
          <a:xfrm>
            <a:off x="1173075" y="1197106"/>
            <a:ext cx="854723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A2D55D1-77AB-B3D5-3551-11592AF81B5D}"/>
              </a:ext>
            </a:extLst>
          </p:cNvPr>
          <p:cNvCxnSpPr/>
          <p:nvPr/>
        </p:nvCxnSpPr>
        <p:spPr bwMode="auto">
          <a:xfrm>
            <a:off x="12192000" y="1901101"/>
            <a:ext cx="0" cy="4825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74220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18762F-4C23-4606-4B07-56B25F08A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175F94-5130-2B75-56A3-58F3A73B6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312" y="587828"/>
            <a:ext cx="1238076" cy="12380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3AC233-F53C-1EF1-0949-DADA215DE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347" y="1686977"/>
            <a:ext cx="1238076" cy="123807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D66A646-75A4-C239-DF42-EB4EDF8A0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364" y="2773746"/>
            <a:ext cx="1238076" cy="123807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6F6848-F22F-F827-519C-804FF9F191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EA872-A674-449B-A120-B97244F8E91D}" type="slidenum">
              <a:rPr kumimoji="0" lang="en-GB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7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A9DFC6-D14C-34ED-E75D-D28FE55DF69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1051F6-884E-4D46-AD5F-8A730B377BAA}" type="datetime1">
              <a:rPr kumimoji="0" lang="da-DK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30.06.2025</a:t>
            </a:fld>
            <a:endParaRPr kumimoji="0" lang="en-GB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EEB053-B809-D42F-4402-235F62A3C5FC}"/>
              </a:ext>
            </a:extLst>
          </p:cNvPr>
          <p:cNvSpPr txBox="1"/>
          <p:nvPr/>
        </p:nvSpPr>
        <p:spPr>
          <a:xfrm>
            <a:off x="10309412" y="358588"/>
            <a:ext cx="102592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dirty="0">
                <a:solidFill>
                  <a:srgbClr val="000000"/>
                </a:solidFill>
                <a:latin typeface="Arial"/>
              </a:rPr>
              <a:t>30</a:t>
            </a: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.6.2025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0D73B-02E3-AE13-7143-63E0AF78FA1F}"/>
              </a:ext>
            </a:extLst>
          </p:cNvPr>
          <p:cNvSpPr txBox="1"/>
          <p:nvPr/>
        </p:nvSpPr>
        <p:spPr>
          <a:xfrm>
            <a:off x="-599150" y="995905"/>
            <a:ext cx="250389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GB" sz="1100" dirty="0">
                <a:latin typeface="+mn-lt"/>
              </a:rPr>
              <a:t>S</a:t>
            </a:r>
            <a:r>
              <a:rPr lang="en-DK" sz="1100" dirty="0">
                <a:latin typeface="+mn-lt"/>
              </a:rPr>
              <a:t>elect. </a:t>
            </a:r>
            <a:r>
              <a:rPr lang="en-GB" sz="1100" dirty="0">
                <a:latin typeface="+mn-lt"/>
              </a:rPr>
              <a:t>R</a:t>
            </a:r>
            <a:r>
              <a:rPr lang="en-DK" sz="1100" dirty="0">
                <a:latin typeface="+mn-lt"/>
              </a:rPr>
              <a:t>ight click “save as picture” pdf. 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6E95E36-5EED-F3AB-8195-B3F4CBBC6A6D}"/>
              </a:ext>
            </a:extLst>
          </p:cNvPr>
          <p:cNvCxnSpPr/>
          <p:nvPr/>
        </p:nvCxnSpPr>
        <p:spPr bwMode="auto">
          <a:xfrm>
            <a:off x="12074754" y="919074"/>
            <a:ext cx="3657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82EFDAE-D63B-AB59-864B-9E271B26C2EC}"/>
              </a:ext>
            </a:extLst>
          </p:cNvPr>
          <p:cNvCxnSpPr/>
          <p:nvPr/>
        </p:nvCxnSpPr>
        <p:spPr bwMode="auto">
          <a:xfrm>
            <a:off x="13081149" y="1645920"/>
            <a:ext cx="0" cy="4825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47F6AF-405E-9729-310F-AC36A501222C}"/>
              </a:ext>
            </a:extLst>
          </p:cNvPr>
          <p:cNvSpPr txBox="1"/>
          <p:nvPr/>
        </p:nvSpPr>
        <p:spPr>
          <a:xfrm>
            <a:off x="1084729" y="475129"/>
            <a:ext cx="85921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K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 figure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44BE230-387A-7858-303E-A80573E72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112" y="590846"/>
            <a:ext cx="1238076" cy="12380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F5C7FF9-7A54-4C2E-DF50-8C4135F8A9E7}"/>
              </a:ext>
            </a:extLst>
          </p:cNvPr>
          <p:cNvSpPr txBox="1"/>
          <p:nvPr/>
        </p:nvSpPr>
        <p:spPr>
          <a:xfrm>
            <a:off x="-234111" y="309808"/>
            <a:ext cx="266746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DK" dirty="0">
                <a:latin typeface="+mn-lt"/>
              </a:rPr>
              <a:t>Vojvodic 2014 parameters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73D8CD1-BF05-F68C-F948-2DD776C19D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7118" y="1686894"/>
            <a:ext cx="1238076" cy="123807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CA287E5-91D1-CF7C-B4A9-AB87349395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407" y="2774652"/>
            <a:ext cx="1238076" cy="1238076"/>
          </a:xfrm>
          <a:prstGeom prst="rect">
            <a:avLst/>
          </a:pr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6B1B47B-FCE4-A242-F924-1BCC572197BE}"/>
              </a:ext>
            </a:extLst>
          </p:cNvPr>
          <p:cNvCxnSpPr/>
          <p:nvPr/>
        </p:nvCxnSpPr>
        <p:spPr bwMode="auto">
          <a:xfrm>
            <a:off x="9020250" y="747017"/>
            <a:ext cx="0" cy="556471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196877-F9A0-F09D-A615-7A299D6337DA}"/>
              </a:ext>
            </a:extLst>
          </p:cNvPr>
          <p:cNvCxnSpPr/>
          <p:nvPr/>
        </p:nvCxnSpPr>
        <p:spPr bwMode="auto">
          <a:xfrm>
            <a:off x="-78853" y="6348190"/>
            <a:ext cx="854723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6D435A-FE48-5F2A-1517-F41ED1F282FB}"/>
              </a:ext>
            </a:extLst>
          </p:cNvPr>
          <p:cNvCxnSpPr/>
          <p:nvPr/>
        </p:nvCxnSpPr>
        <p:spPr bwMode="auto">
          <a:xfrm>
            <a:off x="8525444" y="691598"/>
            <a:ext cx="0" cy="556471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E56EB0AB-4B24-41CE-8307-82AA4CC121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4072" y="3862185"/>
            <a:ext cx="1238076" cy="123807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8B1A8E5-DC30-0BE8-F5AD-3D06CF47CC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9100" y="4967702"/>
            <a:ext cx="1238076" cy="123807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C1B8352-C03F-CFC4-293E-A56EF47898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2579" y="3859814"/>
            <a:ext cx="1238076" cy="123807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89CD586-409F-FAE9-33C4-B96852DF3F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86751" y="4972474"/>
            <a:ext cx="1238076" cy="123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9383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1_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Corporate red-ENG.potx" id="{ED70A225-5B60-42AC-912C-67898019C42C}" vid="{E9106579-58D4-45CA-A6E9-5E2F157EFB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186</Words>
  <Application>Microsoft Macintosh PowerPoint</Application>
  <PresentationFormat>Widescreen</PresentationFormat>
  <Paragraphs>69</Paragraphs>
  <Slides>6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Verdana</vt:lpstr>
      <vt:lpstr>1_Blank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Simiam Andreas Ghan</dc:creator>
  <cp:lastModifiedBy>Simiam Andreas Ghan</cp:lastModifiedBy>
  <cp:revision>13</cp:revision>
  <dcterms:created xsi:type="dcterms:W3CDTF">2025-06-26T11:04:15Z</dcterms:created>
  <dcterms:modified xsi:type="dcterms:W3CDTF">2025-06-30T13:56:21Z</dcterms:modified>
</cp:coreProperties>
</file>